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DCDD-920B-F244-3AED-2EE269320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3A455-3A49-7B84-A292-9FC58F0AA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46FD5-5DF7-E0D1-BEF6-3FFF8293C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BE025-48DE-1525-8190-3EE9A2FF0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CE02-35AC-6801-CE3F-D62AADBD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0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A5A9-88A1-AE54-96CA-8C5F5219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5A0DB-FD63-00FB-7EF3-E9553B8FB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75A0C-5E2B-74FE-D88A-B9DEC5BC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9B754-94F1-C342-C234-5CB9B2AA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15361-6829-A103-78BE-C1CB28E1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29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9F56-07D5-7652-030A-B50E53D2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096B-1B08-6237-4ECE-FFB49694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C7BFA-A837-0098-3BD0-30A3632F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DECB3-8110-FC22-ECF4-13AA0B52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F2A4D-DE26-7142-ABB0-BD4CACB9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4033-B28C-A0A9-9858-E191DD55F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0E7E3-CF6B-98BF-38E5-FD5B9E584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4DACA-F10F-4EB2-29AB-D6BD6727D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508CA-1C9C-0D47-2B1B-6D4FA9DE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81BCA-5836-93B8-234C-DDB7B326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DC41C-148C-BB5A-262D-DCFC705E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5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9AFA-4925-556B-B194-CB435939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DEA-3BE0-7AEF-6CA0-3B539CF26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3D629-6643-CAEB-4BF2-AD3DB2C05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87321-92A0-743D-C833-6AE851D71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6AF54-48B2-D419-4CE5-70496B3B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2D63C8-2329-3476-D39A-EC620992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1A8DC-8932-F6FB-4F61-D6048969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14D39-6C16-7CF0-747D-1293DA8C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7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A724-4ABC-6E56-791B-A120E3E2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5C3D3-11DB-CB17-9616-5B1EF586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C200C-1B38-7445-6E2A-FF6BF3DA0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201E4-90EC-6739-537A-706F2169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6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5B74B-AB00-1463-4DE2-1DA2F5D7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D80C9-9687-F31D-CDBF-2296AC2C4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CC373-6BED-FABF-E878-03B7A918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0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6A6E0-3B08-F97A-EFC9-A0F72507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896DD-4701-9EA7-C2E8-CFAAC95D4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49BC6-D20F-7C5A-1EE5-B2D88093E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E11FD-1B0A-69F3-BC3D-F259AFCF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80AA6-FEA5-F1FA-8DEB-1F84CCDF3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899B3-2FAA-7A24-81FF-6150ABA0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0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6F67-1454-27EB-B613-A214AFB66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66177-AE5E-E0CA-6F0B-EF096C77F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B3918-6DB6-DAE4-B5C0-6F3B721DE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F5B71-3395-5452-D67F-7E39E51C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D358C-C0BA-2904-A2C6-FCDEB605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F080E-6D24-90BC-E4E9-336D945D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5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2EB2-A1E3-F758-F788-FE14BC6C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8AD36-E3EF-AAF3-E601-FFA2D7CE5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E5C0-6290-DC2B-A7B0-E94BF0DA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0383-F8D4-C2A7-685D-DE336DF8D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E35E0-D6AB-5CDF-6BD8-D004A507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7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B288C-06C6-1DDD-8AB5-837BD514D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A1CCE-80C9-1CEE-54C9-01716B1D4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20354-A23F-8009-5D8F-4CE40FF2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BCA5C-9CF7-2C03-151E-D6AB41A2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0CF46-A0F8-0F16-0184-9342F71C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9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5AF6C-18A2-B35A-ABCE-4CC59797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06A70-4C7B-7F05-7A0E-6B0484544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FB827-0522-C0F2-7E24-C540C6319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4F368-56EB-4067-B7D4-460FEF5E48B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5B198-22A0-5B8D-E64A-55C91534F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D5555-64A0-5678-ACB7-28A621CB9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0469E-6FA9-4597-A6EB-D76D134CE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8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083B-E7D7-3FC3-DA90-ED065BA28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77E24-F6F9-FFCD-E590-68448CBBDA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ACD13-509C-A08D-15BF-95818C1DF9B4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DC45B65-DB9D-293C-6B8E-4BAF46D7C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84C9D52-D615-5D27-8F48-CFF55EFE5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" y="0"/>
            <a:ext cx="4303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48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8C70-C7C8-F7E4-0DDE-CC74C4929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E64CE-9F18-25F4-B44A-39949E1ED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F2B241-19BA-565D-264F-171CE4477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0" y="0"/>
            <a:ext cx="4303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42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Madhav Sehajpaul</dc:creator>
  <cp:lastModifiedBy>Madhav Sehajpaul</cp:lastModifiedBy>
  <cp:revision>1</cp:revision>
  <dcterms:created xsi:type="dcterms:W3CDTF">2025-05-05T17:17:51Z</dcterms:created>
  <dcterms:modified xsi:type="dcterms:W3CDTF">2025-05-05T17:17:52Z</dcterms:modified>
</cp:coreProperties>
</file>